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293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Коммуникационное оборудование сетей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Сетевые адаптеры · Функции · Классификация · Драйверы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сетевой адаптер?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11887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</a:rPr>
              <a:t>Сетевой адаптер (Network Interface Card, NIC)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 — это аппаратное устройство, которое позволяет компьютеру подключаться к сети и обмениваться данными.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</a:rPr>
              <a:t>Другие названия: </a:t>
            </a:r>
            <a:r>
              <a:rPr lang="en-US" sz="1500" dirty="0">
                <a:solidFill>
                  <a:srgbClr val="2C3E50"/>
                </a:solidFill>
              </a:rPr>
              <a:t>сетевая карта, Ethernet-адаптер, LAN-адаптер.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73152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</a:rPr>
              <a:t>Основные задачи адаптера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Преобразование данных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из параллельного формата ПК в последовательный для передачи по сети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Формирование кадров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добавление MAC-адресов, контрольных сумм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Управление доступом к среде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реализация протоколов CSMA/CD (Ethernet), CSMA/CA (Wi-Fi)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Буферизация данных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временное хранение кадров при приёме/передаче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Функции сетевого адаптера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5F5F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88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</a:rPr>
              <a:t>Физическая адресация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6002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Каждый адаптер имеет уникальный MAC-адрес (48 бит), прошитый производителем. Используется для идентификации устройства в локальной сети.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8229600" cy="1051560"/>
          </a:xfrm>
          <a:prstGeom prst="rect">
            <a:avLst/>
          </a:prstGeom>
          <a:solidFill>
            <a:srgbClr val="F5F5F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603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3774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</a:rPr>
              <a:t>Передача/приём данных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80160" y="278892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Преобразует биты в электрические/оптические сигналы (передача) и обратно (приём). Контролирует целостность с помощью CRC.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5F5F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490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5661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</a:rPr>
              <a:t>Управление потоком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80160" y="397764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Регулирует скорость передачи для предотвращения переполнения буфера получателя (Flow Control).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Характеристики сетевых адаптеров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</a:rPr>
              <a:t>Скорость передачи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10 Мбит/с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Ethernet (устаревший)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100 Мбит/с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Fast Ethernet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1 Гбит/с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Gigabit Ethernet (стандарт)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10 Гбит/с, 25/40/100 Гбит/с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для серверов и ЦОД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BEAE"/>
                </a:solidFill>
              </a:rPr>
              <a:t>Другие параметры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Тип интерфейса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PCI, PCIe, USB, M.2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Дуплекс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полудуплекс / полный дуплекс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Поддержка Wake-on-LAN (WoL)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удалённое включение ПК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Поддержка VLAN, QoS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для корпоративных сетей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</a:rPr>
              <a:t>💡 Совет: </a:t>
            </a:r>
            <a:r>
              <a:rPr lang="en-US" sz="1400" dirty="0">
                <a:solidFill>
                  <a:srgbClr val="2C3E50"/>
                </a:solidFill>
              </a:rPr>
              <a:t>При выборе адаптера учитывайте скорость сети, тип подключения (проводное/беспроводное) и совместимость с ОС.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Классификация по типу подключения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6576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</a:rPr>
              <a:t>Проводные адаптеры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Ethernet (RJ-45)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стандартный разъём витой пары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Fiber (SFP/SFP+)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для оптоволоконных сетей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Преимущества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стабильность, высокая скорость, низкая задержка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Недостатки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зависимость от кабеля, ограниченная мобильность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6576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097280"/>
            <a:ext cx="4023360" cy="54864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BEAE"/>
                </a:solidFill>
              </a:rPr>
              <a:t>Беспроводные адаптеры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Wi-Fi (802.11 a/b/g/n/ac/ax)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беспроводная ЛВС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Bluetooth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короткие расстояния (до 100 м)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Преимущества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мобильность, простота развёртывания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Недостатки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помехи, ниже скорость, безопасность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Классификация по форм-фактору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868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070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Встроенные (onboard)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Интегрированы в материнскую плату. Удобны для обычных ПК и ноутбуков.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57400"/>
            <a:ext cx="73152" cy="8686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671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PCI / PCIe карты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5328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Устанавливаются в слот расширения. Используются для апгрейда или серверов.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017520"/>
            <a:ext cx="73152" cy="868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272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USB-адаптеры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4930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Подключаются через USB. Портативны, подходят для Wi-Fi, но медленнее PCIe.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77640"/>
            <a:ext cx="73152" cy="8686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873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M.2 / NGFF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4531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Компактный формат для ноутбуков и мини-ПК. Поддерживает Wi-Fi + Bluetooth.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Драйверы сетевых адаптеров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1887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</a:rPr>
              <a:t>Драйвер</a:t>
            </a:r>
            <a:r>
              <a:rPr lang="en-US" sz="1500" dirty="0">
                <a:solidFill>
                  <a:srgbClr val="2C3E50"/>
                </a:solidFill>
              </a:rPr>
              <a:t> — программное обеспечение, которое позволяет операционной системе взаимодействовать с сетевым адаптером.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</a:rPr>
              <a:t>Основные задачи драйвера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Инициализация адаптера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настройка при загрузке ОС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Управление передачей/приёмом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формирование кадров, контроль ошибок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Обработка прерываний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уведомление ОС о событиях (приём кадра, ошибка)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Настройка параметров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 — скорость, дуплекс, MAC-адрес, Wake-on-LAN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</a:rPr>
              <a:t>⚠️ Важно: </a:t>
            </a:r>
            <a:r>
              <a:rPr lang="en-US" sz="1300" dirty="0">
                <a:solidFill>
                  <a:srgbClr val="2C3E50"/>
                </a:solidFill>
              </a:rPr>
              <a:t>Устаревшие или некорректные драйверы могут вызывать низкую производительность, потерю пакетов или полный отказ сетевого подключения. Регулярно обновляйте драйверы с сайта производителя.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Популярные производители сетевых адаптеров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704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</a:rPr>
              <a:t>Intel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0" y="117043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Лидер корпоративных решений (серверы, рабочие станции)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8229600" cy="5943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</a:rPr>
              <a:t>Realtek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Массовый сегмент, встроенные адаптеры в материнских платах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8229600" cy="5943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87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</a:rPr>
              <a:t>Broadcom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4871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Высокопроизводительные адаптеры для ЦОД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8229600" cy="5943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455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</a:rPr>
              <a:t>Qualcomm Atheros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14553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Wi-Fi адаптеры, чипсеты для ноутбуков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8229600" cy="5943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039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</a:rPr>
              <a:t>TP-Link / D-Link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380390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USB и PCIe адаптеры для домашних пользователей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622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</a:rPr>
              <a:t>Mellanox (NVIDIA)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0" y="44622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Адаптеры 25/40/100 Гбит/с для HPC и AI-кластеров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7E8D1"/>
                </a:solidFill>
              </a:rPr>
              <a:t>✓ Познакомились с назначением и функциями сетевых адаптеров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7E8D1"/>
                </a:solidFill>
              </a:rPr>
              <a:t>✓ Изучили ключевые характеристики (скорость, дуплекс, WoL)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7E8D1"/>
                </a:solidFill>
              </a:rPr>
              <a:t>✓ Рассмотрели классификацию по типу подключения и форм-фактору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7E8D1"/>
                </a:solidFill>
              </a:rPr>
              <a:t>✓ Разобрали роль драйверов в работе адаптеров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595</Words>
  <Application>Microsoft Office PowerPoint</Application>
  <PresentationFormat>Экран (16:9)</PresentationFormat>
  <Paragraphs>110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Коммуникационное оборудование сетей</dc:title>
  <dc:subject>PptxGenJS Presentation</dc:subject>
  <dc:creator>Преподаватель</dc:creator>
  <cp:lastModifiedBy>Teacher</cp:lastModifiedBy>
  <cp:revision>2</cp:revision>
  <dcterms:created xsi:type="dcterms:W3CDTF">2026-02-07T03:37:34Z</dcterms:created>
  <dcterms:modified xsi:type="dcterms:W3CDTF">2026-02-07T09:13:48Z</dcterms:modified>
</cp:coreProperties>
</file>